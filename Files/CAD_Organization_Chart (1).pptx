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40">
            <a:extLst>
              <a:ext uri="{FF2B5EF4-FFF2-40B4-BE49-F238E27FC236}">
                <a16:creationId xmlns:a16="http://schemas.microsoft.com/office/drawing/2014/main" id="{AB3255E4-3DD0-4067-9C3B-5E7FED590ABD}"/>
              </a:ext>
            </a:extLst>
          </p:cNvPr>
          <p:cNvSpPr/>
          <p:nvPr/>
        </p:nvSpPr>
        <p:spPr>
          <a:xfrm>
            <a:off x="10195153" y="2551841"/>
            <a:ext cx="1490472" cy="3621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58952"/>
          </a:xfrm>
          <a:prstGeom prst="rect">
            <a:avLst/>
          </a:prstGeom>
          <a:solidFill>
            <a:srgbClr val="18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772400" cy="38404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CAD ORGANIZATION CHART</a:t>
            </a:r>
          </a:p>
        </p:txBody>
      </p:sp>
      <p:sp>
        <p:nvSpPr>
          <p:cNvPr id="5" name="Oval 4"/>
          <p:cNvSpPr/>
          <p:nvPr/>
        </p:nvSpPr>
        <p:spPr>
          <a:xfrm>
            <a:off x="7673563" y="6492621"/>
            <a:ext cx="118872" cy="118872"/>
          </a:xfrm>
          <a:prstGeom prst="ellipse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38155" y="6465214"/>
            <a:ext cx="1234440" cy="1828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>
              <a:defRPr sz="850" b="0">
                <a:solidFill>
                  <a:srgbClr val="2D3A48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7" name="Oval 6"/>
          <p:cNvSpPr/>
          <p:nvPr/>
        </p:nvSpPr>
        <p:spPr>
          <a:xfrm>
            <a:off x="9182324" y="6492621"/>
            <a:ext cx="118872" cy="118872"/>
          </a:xfrm>
          <a:prstGeom prst="ellipse">
            <a:avLst/>
          </a:prstGeom>
          <a:solidFill>
            <a:srgbClr val="19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46916" y="6465214"/>
            <a:ext cx="1234440" cy="1828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>
              <a:defRPr sz="850" b="0">
                <a:solidFill>
                  <a:srgbClr val="2D3A48"/>
                </a:solidFill>
                <a:latin typeface="Aptos"/>
              </a:defRPr>
            </a:pPr>
            <a:r>
              <a:t>CAD Responsible</a:t>
            </a:r>
          </a:p>
        </p:txBody>
      </p:sp>
      <p:sp>
        <p:nvSpPr>
          <p:cNvPr id="9" name="Oval 8"/>
          <p:cNvSpPr/>
          <p:nvPr/>
        </p:nvSpPr>
        <p:spPr>
          <a:xfrm>
            <a:off x="10736804" y="6492621"/>
            <a:ext cx="118872" cy="118872"/>
          </a:xfrm>
          <a:prstGeom prst="ellipse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01396" y="6465214"/>
            <a:ext cx="1234440" cy="182880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 algn="l">
              <a:defRPr sz="850" b="0">
                <a:solidFill>
                  <a:srgbClr val="2D3A48"/>
                </a:solidFill>
                <a:latin typeface="Aptos"/>
              </a:defRPr>
            </a:pPr>
            <a:r>
              <a:rPr dirty="0"/>
              <a:t>CAD Technician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532" y="2588417"/>
            <a:ext cx="1490472" cy="3621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4028" y="2661569"/>
            <a:ext cx="1478278" cy="512064"/>
          </a:xfrm>
          <a:prstGeom prst="roundRect">
            <a:avLst/>
          </a:prstGeom>
          <a:solidFill>
            <a:srgbClr val="18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YMM1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5468" y="3347369"/>
            <a:ext cx="1325878" cy="576072"/>
          </a:xfrm>
          <a:prstGeom prst="roundRect">
            <a:avLst/>
          </a:prstGeom>
          <a:solidFill>
            <a:srgbClr val="E6F0F9"/>
          </a:solidFill>
          <a:ln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69A0"/>
                </a:solidFill>
                <a:latin typeface="Aptos"/>
              </a:defRPr>
            </a:pPr>
            <a:r>
              <a:t>MANAGER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19652" y="3923441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5468" y="4197761"/>
            <a:ext cx="1325878" cy="713232"/>
          </a:xfrm>
          <a:prstGeom prst="roundRect">
            <a:avLst/>
          </a:prstGeom>
          <a:solidFill>
            <a:srgbClr val="E2F4F2"/>
          </a:solidFill>
          <a:ln>
            <a:solidFill>
              <a:srgbClr val="19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8787"/>
                </a:solidFill>
                <a:latin typeface="Aptos"/>
              </a:defRPr>
            </a:pPr>
            <a:r>
              <a:t>CAD RESPONSIBLE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t>1 position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19652" y="4910993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5468" y="5185313"/>
            <a:ext cx="1325878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684"/>
                </a:solidFill>
                <a:latin typeface="Aptos"/>
              </a:defRPr>
            </a:pPr>
            <a:r>
              <a:rPr dirty="0"/>
              <a:t>CAD TECHNICIAN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lang="fr-FR" dirty="0"/>
              <a:t>2</a:t>
            </a:r>
            <a:r>
              <a:rPr dirty="0"/>
              <a:t> positions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5021" y="2588417"/>
            <a:ext cx="1490472" cy="3621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459517" y="2661569"/>
            <a:ext cx="1478278" cy="512064"/>
          </a:xfrm>
          <a:prstGeom prst="roundRect">
            <a:avLst/>
          </a:prstGeom>
          <a:solidFill>
            <a:srgbClr val="18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YMM2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1954733" y="4860701"/>
            <a:ext cx="1425718" cy="9144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</p:cNvCxnSpPr>
          <p:nvPr/>
        </p:nvCxnSpPr>
        <p:spPr>
          <a:xfrm>
            <a:off x="3387005" y="4874417"/>
            <a:ext cx="0" cy="310896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550957" y="5185313"/>
            <a:ext cx="1325878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684"/>
                </a:solidFill>
                <a:latin typeface="Aptos"/>
              </a:defRPr>
            </a:pPr>
            <a:r>
              <a:rPr dirty="0"/>
              <a:t>CAD TECHNICIAN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lang="fr-FR" dirty="0"/>
              <a:t>3</a:t>
            </a:r>
            <a:r>
              <a:rPr dirty="0"/>
              <a:t> positions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50850" y="2588417"/>
            <a:ext cx="1490472" cy="3621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45346" y="2661569"/>
            <a:ext cx="1478278" cy="512064"/>
          </a:xfrm>
          <a:prstGeom prst="roundRect">
            <a:avLst/>
          </a:prstGeom>
          <a:solidFill>
            <a:srgbClr val="18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YMOK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6786" y="3347369"/>
            <a:ext cx="1325878" cy="576072"/>
          </a:xfrm>
          <a:prstGeom prst="roundRect">
            <a:avLst/>
          </a:prstGeom>
          <a:solidFill>
            <a:srgbClr val="E6F0F9"/>
          </a:solidFill>
          <a:ln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69A0"/>
                </a:solidFill>
                <a:latin typeface="Aptos"/>
              </a:defRPr>
            </a:pPr>
            <a:r>
              <a:t>MANAGER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10970" y="3923441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436786" y="4197761"/>
            <a:ext cx="1325878" cy="713232"/>
          </a:xfrm>
          <a:prstGeom prst="roundRect">
            <a:avLst/>
          </a:prstGeom>
          <a:solidFill>
            <a:srgbClr val="E2F4F2"/>
          </a:solidFill>
          <a:ln>
            <a:solidFill>
              <a:srgbClr val="19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8787"/>
                </a:solidFill>
                <a:latin typeface="Aptos"/>
              </a:defRPr>
            </a:pPr>
            <a:r>
              <a:rPr dirty="0"/>
              <a:t>CAD RESPONSIBLE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lang="fr-FR" dirty="0"/>
              <a:t>1</a:t>
            </a:r>
            <a:r>
              <a:rPr dirty="0"/>
              <a:t> positions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10970" y="4910993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36786" y="5185313"/>
            <a:ext cx="1325878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684"/>
                </a:solidFill>
                <a:latin typeface="Aptos"/>
              </a:defRPr>
            </a:pPr>
            <a:r>
              <a:rPr dirty="0"/>
              <a:t>CAD TECHNICIAN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lang="fr-FR" dirty="0"/>
              <a:t>3</a:t>
            </a:r>
            <a:r>
              <a:rPr dirty="0"/>
              <a:t> positions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76003" y="2588417"/>
            <a:ext cx="1490472" cy="3621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70499" y="2661569"/>
            <a:ext cx="1478278" cy="512064"/>
          </a:xfrm>
          <a:prstGeom prst="roundRect">
            <a:avLst/>
          </a:prstGeom>
          <a:solidFill>
            <a:srgbClr val="18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YMK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939" y="3347369"/>
            <a:ext cx="1325878" cy="576072"/>
          </a:xfrm>
          <a:prstGeom prst="roundRect">
            <a:avLst/>
          </a:prstGeom>
          <a:solidFill>
            <a:srgbClr val="E6F0F9"/>
          </a:solidFill>
          <a:ln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69A0"/>
                </a:solidFill>
                <a:latin typeface="Aptos"/>
              </a:defRPr>
            </a:pPr>
            <a:r>
              <a:t>MANAGER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236123" y="3923441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61939" y="4197761"/>
            <a:ext cx="1325878" cy="713232"/>
          </a:xfrm>
          <a:prstGeom prst="roundRect">
            <a:avLst/>
          </a:prstGeom>
          <a:solidFill>
            <a:srgbClr val="E2F4F2"/>
          </a:solidFill>
          <a:ln>
            <a:solidFill>
              <a:srgbClr val="19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8787"/>
                </a:solidFill>
                <a:latin typeface="Aptos"/>
              </a:defRPr>
            </a:pPr>
            <a:r>
              <a:rPr dirty="0"/>
              <a:t>CAD RESPONSIBLE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dirty="0"/>
              <a:t>1 position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236123" y="4910993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361939" y="5185313"/>
            <a:ext cx="1325878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684"/>
                </a:solidFill>
                <a:latin typeface="Aptos"/>
              </a:defRPr>
            </a:pPr>
            <a:r>
              <a:rPr dirty="0"/>
              <a:t>CAD TECHNICIAN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lang="fr-FR" dirty="0"/>
              <a:t>2</a:t>
            </a:r>
            <a:r>
              <a:rPr dirty="0"/>
              <a:t> position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99486" y="2588417"/>
            <a:ext cx="1490472" cy="36210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293982" y="2661569"/>
            <a:ext cx="1478278" cy="512064"/>
          </a:xfrm>
          <a:prstGeom prst="roundRect">
            <a:avLst/>
          </a:prstGeom>
          <a:solidFill>
            <a:srgbClr val="18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YMOT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85422" y="3347369"/>
            <a:ext cx="1325878" cy="576072"/>
          </a:xfrm>
          <a:prstGeom prst="roundRect">
            <a:avLst/>
          </a:prstGeom>
          <a:solidFill>
            <a:srgbClr val="E6F0F9"/>
          </a:solidFill>
          <a:ln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69A0"/>
                </a:solidFill>
                <a:latin typeface="Aptos"/>
              </a:defRPr>
            </a:pPr>
            <a:r>
              <a:t>MANAGER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59606" y="3923441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385422" y="4197761"/>
            <a:ext cx="1325878" cy="713232"/>
          </a:xfrm>
          <a:prstGeom prst="roundRect">
            <a:avLst/>
          </a:prstGeom>
          <a:solidFill>
            <a:srgbClr val="E2F4F2"/>
          </a:solidFill>
          <a:ln>
            <a:solidFill>
              <a:srgbClr val="19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8787"/>
                </a:solidFill>
                <a:latin typeface="Aptos"/>
              </a:defRPr>
            </a:pPr>
            <a:r>
              <a:rPr dirty="0"/>
              <a:t>CAD RESPONSIBLE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dirty="0"/>
              <a:t>1 position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59606" y="4910993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385422" y="5185313"/>
            <a:ext cx="1325878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684"/>
                </a:solidFill>
                <a:latin typeface="Aptos"/>
              </a:defRPr>
            </a:pPr>
            <a:r>
              <a:t>CAD TECHNICIAN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t>3 positions</a:t>
            </a:r>
          </a:p>
        </p:txBody>
      </p:sp>
      <p:sp>
        <p:nvSpPr>
          <p:cNvPr id="58" name="Rounded Rectangle 41">
            <a:extLst>
              <a:ext uri="{FF2B5EF4-FFF2-40B4-BE49-F238E27FC236}">
                <a16:creationId xmlns:a16="http://schemas.microsoft.com/office/drawing/2014/main" id="{866FC47A-61EC-4F5C-A66E-F3E661F38517}"/>
              </a:ext>
            </a:extLst>
          </p:cNvPr>
          <p:cNvSpPr/>
          <p:nvPr/>
        </p:nvSpPr>
        <p:spPr>
          <a:xfrm>
            <a:off x="10189649" y="2624993"/>
            <a:ext cx="1478278" cy="512064"/>
          </a:xfrm>
          <a:prstGeom prst="roundRect">
            <a:avLst/>
          </a:prstGeom>
          <a:solidFill>
            <a:srgbClr val="18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rPr lang="fr-FR" dirty="0"/>
              <a:t>SATELLITES T</a:t>
            </a:r>
            <a:endParaRPr dirty="0"/>
          </a:p>
        </p:txBody>
      </p:sp>
      <p:sp>
        <p:nvSpPr>
          <p:cNvPr id="59" name="Rounded Rectangle 42">
            <a:extLst>
              <a:ext uri="{FF2B5EF4-FFF2-40B4-BE49-F238E27FC236}">
                <a16:creationId xmlns:a16="http://schemas.microsoft.com/office/drawing/2014/main" id="{7B917306-22F0-45E9-A8B2-5170D7AA5F3E}"/>
              </a:ext>
            </a:extLst>
          </p:cNvPr>
          <p:cNvSpPr/>
          <p:nvPr/>
        </p:nvSpPr>
        <p:spPr>
          <a:xfrm>
            <a:off x="10281089" y="3310793"/>
            <a:ext cx="1325878" cy="576072"/>
          </a:xfrm>
          <a:prstGeom prst="roundRect">
            <a:avLst/>
          </a:prstGeom>
          <a:solidFill>
            <a:srgbClr val="E6F0F9"/>
          </a:solidFill>
          <a:ln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69A0"/>
                </a:solidFill>
                <a:latin typeface="Aptos"/>
              </a:defRPr>
            </a:pPr>
            <a:r>
              <a:t>MANAGER</a:t>
            </a:r>
          </a:p>
        </p:txBody>
      </p:sp>
      <p:cxnSp>
        <p:nvCxnSpPr>
          <p:cNvPr id="60" name="Connector 43">
            <a:extLst>
              <a:ext uri="{FF2B5EF4-FFF2-40B4-BE49-F238E27FC236}">
                <a16:creationId xmlns:a16="http://schemas.microsoft.com/office/drawing/2014/main" id="{86249E46-1369-419E-9F75-8E7E47028B26}"/>
              </a:ext>
            </a:extLst>
          </p:cNvPr>
          <p:cNvCxnSpPr/>
          <p:nvPr/>
        </p:nvCxnSpPr>
        <p:spPr>
          <a:xfrm>
            <a:off x="11155273" y="3886865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44">
            <a:extLst>
              <a:ext uri="{FF2B5EF4-FFF2-40B4-BE49-F238E27FC236}">
                <a16:creationId xmlns:a16="http://schemas.microsoft.com/office/drawing/2014/main" id="{1365A8C2-5683-4B64-BEF4-972B46CAF990}"/>
              </a:ext>
            </a:extLst>
          </p:cNvPr>
          <p:cNvSpPr/>
          <p:nvPr/>
        </p:nvSpPr>
        <p:spPr>
          <a:xfrm>
            <a:off x="10281089" y="4161185"/>
            <a:ext cx="1325878" cy="713232"/>
          </a:xfrm>
          <a:prstGeom prst="roundRect">
            <a:avLst/>
          </a:prstGeom>
          <a:solidFill>
            <a:srgbClr val="E2F4F2"/>
          </a:solidFill>
          <a:ln>
            <a:solidFill>
              <a:srgbClr val="19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8787"/>
                </a:solidFill>
                <a:latin typeface="Aptos"/>
              </a:defRPr>
            </a:pPr>
            <a:r>
              <a:rPr dirty="0"/>
              <a:t>CAD RESPONSIBLE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lang="fr-FR" dirty="0"/>
              <a:t>TBC</a:t>
            </a:r>
            <a:endParaRPr dirty="0"/>
          </a:p>
        </p:txBody>
      </p:sp>
      <p:cxnSp>
        <p:nvCxnSpPr>
          <p:cNvPr id="62" name="Connector 45">
            <a:extLst>
              <a:ext uri="{FF2B5EF4-FFF2-40B4-BE49-F238E27FC236}">
                <a16:creationId xmlns:a16="http://schemas.microsoft.com/office/drawing/2014/main" id="{4AE8C6D0-5FF5-47E0-ACE6-8D78043F8E5C}"/>
              </a:ext>
            </a:extLst>
          </p:cNvPr>
          <p:cNvCxnSpPr/>
          <p:nvPr/>
        </p:nvCxnSpPr>
        <p:spPr>
          <a:xfrm>
            <a:off x="11155273" y="4874417"/>
            <a:ext cx="0" cy="274320"/>
          </a:xfrm>
          <a:prstGeom prst="line">
            <a:avLst/>
          </a:prstGeom>
          <a:ln w="1905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46">
            <a:extLst>
              <a:ext uri="{FF2B5EF4-FFF2-40B4-BE49-F238E27FC236}">
                <a16:creationId xmlns:a16="http://schemas.microsoft.com/office/drawing/2014/main" id="{3C0D7529-E001-452A-8B2A-87A128ADE628}"/>
              </a:ext>
            </a:extLst>
          </p:cNvPr>
          <p:cNvSpPr/>
          <p:nvPr/>
        </p:nvSpPr>
        <p:spPr>
          <a:xfrm>
            <a:off x="10281089" y="5148737"/>
            <a:ext cx="1325878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6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97684"/>
                </a:solidFill>
                <a:latin typeface="Aptos"/>
              </a:defRPr>
            </a:pPr>
            <a:r>
              <a:rPr dirty="0"/>
              <a:t>CAD TECHNICIAN</a:t>
            </a:r>
          </a:p>
          <a:p>
            <a:pPr algn="ctr">
              <a:defRPr sz="900">
                <a:solidFill>
                  <a:srgbClr val="2D3A48"/>
                </a:solidFill>
                <a:latin typeface="Aptos"/>
              </a:defRPr>
            </a:pPr>
            <a:r>
              <a:rPr lang="fr-FR" dirty="0"/>
              <a:t>TBC</a:t>
            </a:r>
            <a:endParaRPr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7BF65AAB-F838-4928-AD92-E5056CEEE27A}"/>
              </a:ext>
            </a:extLst>
          </p:cNvPr>
          <p:cNvSpPr/>
          <p:nvPr/>
        </p:nvSpPr>
        <p:spPr>
          <a:xfrm>
            <a:off x="559532" y="1946787"/>
            <a:ext cx="3378263" cy="4678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MEKNES </a:t>
            </a:r>
            <a:endParaRPr lang="en-US" b="1" dirty="0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6B27F638-E810-4761-812B-1D7669EE0B30}"/>
              </a:ext>
            </a:extLst>
          </p:cNvPr>
          <p:cNvSpPr/>
          <p:nvPr/>
        </p:nvSpPr>
        <p:spPr>
          <a:xfrm>
            <a:off x="4354736" y="1946787"/>
            <a:ext cx="3378263" cy="4678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KENITRA</a:t>
            </a:r>
            <a:endParaRPr lang="en-US" b="1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F22878F-7E37-4FE2-B256-40FE406DC5D3}"/>
              </a:ext>
            </a:extLst>
          </p:cNvPr>
          <p:cNvSpPr/>
          <p:nvPr/>
        </p:nvSpPr>
        <p:spPr>
          <a:xfrm>
            <a:off x="8297528" y="1974294"/>
            <a:ext cx="3378263" cy="4678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TANGER</a:t>
            </a:r>
            <a:endParaRPr lang="en-US" b="1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B427744-0181-4E84-8D79-A40D10051AB8}"/>
              </a:ext>
            </a:extLst>
          </p:cNvPr>
          <p:cNvSpPr/>
          <p:nvPr/>
        </p:nvSpPr>
        <p:spPr>
          <a:xfrm>
            <a:off x="6119083" y="6485216"/>
            <a:ext cx="118872" cy="118872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FF00"/>
              </a:highlight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CE7A2B3-ECB4-43CD-83B6-923BA65147C0}"/>
              </a:ext>
            </a:extLst>
          </p:cNvPr>
          <p:cNvSpPr txBox="1"/>
          <p:nvPr/>
        </p:nvSpPr>
        <p:spPr>
          <a:xfrm>
            <a:off x="6237955" y="6457809"/>
            <a:ext cx="1234440" cy="167738"/>
          </a:xfrm>
          <a:prstGeom prst="rect">
            <a:avLst/>
          </a:prstGeom>
          <a:noFill/>
        </p:spPr>
        <p:txBody>
          <a:bodyPr wrap="square" lIns="54864" tIns="18288" rIns="54864" bIns="18288">
            <a:spAutoFit/>
          </a:bodyPr>
          <a:lstStyle/>
          <a:p>
            <a:pPr>
              <a:defRPr sz="850" b="0">
                <a:solidFill>
                  <a:srgbClr val="2D3A48"/>
                </a:solidFill>
                <a:latin typeface="Aptos"/>
              </a:defRPr>
            </a:pPr>
            <a:r>
              <a:rPr lang="en-US" sz="850" dirty="0"/>
              <a:t>PPC Director</a:t>
            </a:r>
            <a:endParaRPr dirty="0"/>
          </a:p>
        </p:txBody>
      </p:sp>
      <p:sp>
        <p:nvSpPr>
          <p:cNvPr id="71" name="Rounded Rectangle 28">
            <a:extLst>
              <a:ext uri="{FF2B5EF4-FFF2-40B4-BE49-F238E27FC236}">
                <a16:creationId xmlns:a16="http://schemas.microsoft.com/office/drawing/2014/main" id="{250D1489-A553-40D8-8099-0D443BCBA5AD}"/>
              </a:ext>
            </a:extLst>
          </p:cNvPr>
          <p:cNvSpPr/>
          <p:nvPr/>
        </p:nvSpPr>
        <p:spPr>
          <a:xfrm>
            <a:off x="5372339" y="839443"/>
            <a:ext cx="1325878" cy="57607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69A0"/>
                </a:solidFill>
                <a:latin typeface="Aptos"/>
              </a:defRPr>
            </a:pPr>
            <a:r>
              <a:rPr lang="en-US" sz="1000" dirty="0"/>
              <a:t>PPC Director</a:t>
            </a:r>
            <a:endParaRPr dirty="0"/>
          </a:p>
        </p:txBody>
      </p:sp>
      <p:cxnSp>
        <p:nvCxnSpPr>
          <p:cNvPr id="72" name="Connector 23">
            <a:extLst>
              <a:ext uri="{FF2B5EF4-FFF2-40B4-BE49-F238E27FC236}">
                <a16:creationId xmlns:a16="http://schemas.microsoft.com/office/drawing/2014/main" id="{B7338480-C3C2-4348-BB20-3ABEE72347F9}"/>
              </a:ext>
            </a:extLst>
          </p:cNvPr>
          <p:cNvCxnSpPr>
            <a:cxnSpLocks/>
          </p:cNvCxnSpPr>
          <p:nvPr/>
        </p:nvCxnSpPr>
        <p:spPr>
          <a:xfrm>
            <a:off x="6017580" y="1415515"/>
            <a:ext cx="0" cy="29904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Connector 21">
            <a:extLst>
              <a:ext uri="{FF2B5EF4-FFF2-40B4-BE49-F238E27FC236}">
                <a16:creationId xmlns:a16="http://schemas.microsoft.com/office/drawing/2014/main" id="{90AD9720-6595-4BE7-A3CE-1F0D47ED0D30}"/>
              </a:ext>
            </a:extLst>
          </p:cNvPr>
          <p:cNvCxnSpPr>
            <a:cxnSpLocks/>
          </p:cNvCxnSpPr>
          <p:nvPr/>
        </p:nvCxnSpPr>
        <p:spPr>
          <a:xfrm>
            <a:off x="247303" y="1707864"/>
            <a:ext cx="11697394" cy="34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Connector 29">
            <a:extLst>
              <a:ext uri="{FF2B5EF4-FFF2-40B4-BE49-F238E27FC236}">
                <a16:creationId xmlns:a16="http://schemas.microsoft.com/office/drawing/2014/main" id="{27946E93-5CD3-4EF9-9092-F603DF3949FD}"/>
              </a:ext>
            </a:extLst>
          </p:cNvPr>
          <p:cNvCxnSpPr>
            <a:cxnSpLocks/>
          </p:cNvCxnSpPr>
          <p:nvPr/>
        </p:nvCxnSpPr>
        <p:spPr>
          <a:xfrm>
            <a:off x="11944697" y="1741970"/>
            <a:ext cx="0" cy="185685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Connector 29">
            <a:extLst>
              <a:ext uri="{FF2B5EF4-FFF2-40B4-BE49-F238E27FC236}">
                <a16:creationId xmlns:a16="http://schemas.microsoft.com/office/drawing/2014/main" id="{1491E00C-1C6F-45BB-A34E-3434747D90C5}"/>
              </a:ext>
            </a:extLst>
          </p:cNvPr>
          <p:cNvCxnSpPr>
            <a:cxnSpLocks/>
          </p:cNvCxnSpPr>
          <p:nvPr/>
        </p:nvCxnSpPr>
        <p:spPr>
          <a:xfrm>
            <a:off x="8036619" y="1741970"/>
            <a:ext cx="1096" cy="189343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Connector 29">
            <a:extLst>
              <a:ext uri="{FF2B5EF4-FFF2-40B4-BE49-F238E27FC236}">
                <a16:creationId xmlns:a16="http://schemas.microsoft.com/office/drawing/2014/main" id="{B08BEE04-B426-4351-B310-A02AF246B111}"/>
              </a:ext>
            </a:extLst>
          </p:cNvPr>
          <p:cNvCxnSpPr>
            <a:cxnSpLocks/>
          </p:cNvCxnSpPr>
          <p:nvPr/>
        </p:nvCxnSpPr>
        <p:spPr>
          <a:xfrm flipH="1">
            <a:off x="4158014" y="1733139"/>
            <a:ext cx="429" cy="191141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Connector 29">
            <a:extLst>
              <a:ext uri="{FF2B5EF4-FFF2-40B4-BE49-F238E27FC236}">
                <a16:creationId xmlns:a16="http://schemas.microsoft.com/office/drawing/2014/main" id="{7BE1457D-BB19-4352-90C2-4BADF8D9C48E}"/>
              </a:ext>
            </a:extLst>
          </p:cNvPr>
          <p:cNvCxnSpPr>
            <a:cxnSpLocks/>
          </p:cNvCxnSpPr>
          <p:nvPr/>
        </p:nvCxnSpPr>
        <p:spPr>
          <a:xfrm>
            <a:off x="247303" y="1696563"/>
            <a:ext cx="0" cy="194798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5" name="Rounded Rectangle 28">
            <a:extLst>
              <a:ext uri="{FF2B5EF4-FFF2-40B4-BE49-F238E27FC236}">
                <a16:creationId xmlns:a16="http://schemas.microsoft.com/office/drawing/2014/main" id="{363D2778-EA44-4FFE-9651-A4BCAB261D4D}"/>
              </a:ext>
            </a:extLst>
          </p:cNvPr>
          <p:cNvSpPr/>
          <p:nvPr/>
        </p:nvSpPr>
        <p:spPr>
          <a:xfrm>
            <a:off x="2535717" y="3345725"/>
            <a:ext cx="1325878" cy="576072"/>
          </a:xfrm>
          <a:prstGeom prst="roundRect">
            <a:avLst/>
          </a:prstGeom>
          <a:solidFill>
            <a:srgbClr val="E6F0F9"/>
          </a:solidFill>
          <a:ln>
            <a:solidFill>
              <a:srgbClr val="2D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69A0"/>
                </a:solidFill>
                <a:latin typeface="Aptos"/>
              </a:defRPr>
            </a:pPr>
            <a:r>
              <a:rPr dirty="0"/>
              <a:t>MANAGER</a:t>
            </a:r>
            <a:endParaRPr lang="fr-FR" dirty="0"/>
          </a:p>
          <a:p>
            <a:pPr algn="ctr">
              <a:defRPr sz="1000" b="1">
                <a:solidFill>
                  <a:srgbClr val="2D69A0"/>
                </a:solidFill>
                <a:latin typeface="Aptos"/>
              </a:defRPr>
            </a:pPr>
            <a:r>
              <a:rPr lang="fr-FR" dirty="0"/>
              <a:t>TBC</a:t>
            </a:r>
            <a:endParaRPr dirty="0"/>
          </a:p>
        </p:txBody>
      </p:sp>
      <p:cxnSp>
        <p:nvCxnSpPr>
          <p:cNvPr id="90" name="Connector 21">
            <a:extLst>
              <a:ext uri="{FF2B5EF4-FFF2-40B4-BE49-F238E27FC236}">
                <a16:creationId xmlns:a16="http://schemas.microsoft.com/office/drawing/2014/main" id="{91CA1613-61E4-4119-8AB2-193DC04A00F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22713" y="3633761"/>
            <a:ext cx="422755" cy="164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Connector 21">
            <a:extLst>
              <a:ext uri="{FF2B5EF4-FFF2-40B4-BE49-F238E27FC236}">
                <a16:creationId xmlns:a16="http://schemas.microsoft.com/office/drawing/2014/main" id="{D41A2BA5-B9ED-4E7E-9F4E-CCF00090D374}"/>
              </a:ext>
            </a:extLst>
          </p:cNvPr>
          <p:cNvCxnSpPr>
            <a:cxnSpLocks/>
          </p:cNvCxnSpPr>
          <p:nvPr/>
        </p:nvCxnSpPr>
        <p:spPr>
          <a:xfrm>
            <a:off x="3861595" y="3642997"/>
            <a:ext cx="575191" cy="164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3" name="Connector 21">
            <a:extLst>
              <a:ext uri="{FF2B5EF4-FFF2-40B4-BE49-F238E27FC236}">
                <a16:creationId xmlns:a16="http://schemas.microsoft.com/office/drawing/2014/main" id="{3E941647-09B5-4006-B49C-D79550C807F6}"/>
              </a:ext>
            </a:extLst>
          </p:cNvPr>
          <p:cNvCxnSpPr>
            <a:cxnSpLocks/>
            <a:stCxn id="36" idx="3"/>
            <a:endCxn id="43" idx="1"/>
          </p:cNvCxnSpPr>
          <p:nvPr/>
        </p:nvCxnSpPr>
        <p:spPr>
          <a:xfrm>
            <a:off x="7687817" y="3635405"/>
            <a:ext cx="69760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4" name="Connector 21">
            <a:extLst>
              <a:ext uri="{FF2B5EF4-FFF2-40B4-BE49-F238E27FC236}">
                <a16:creationId xmlns:a16="http://schemas.microsoft.com/office/drawing/2014/main" id="{A3B82C07-33EF-4E06-B9E1-3A1778926AA5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06967" y="3598829"/>
            <a:ext cx="33773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Hessina, Nizar</dc:creator>
  <cp:keywords/>
  <dc:description>generated using python-pptx</dc:description>
  <cp:lastModifiedBy>Hessina, Nizar</cp:lastModifiedBy>
  <cp:revision>6</cp:revision>
  <dcterms:created xsi:type="dcterms:W3CDTF">2013-01-27T09:14:16Z</dcterms:created>
  <dcterms:modified xsi:type="dcterms:W3CDTF">2026-10-13T11:52:20Z</dcterms:modified>
  <cp:category/>
</cp:coreProperties>
</file>